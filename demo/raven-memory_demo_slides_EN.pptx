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68580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raven-memory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is not a file. It's a process.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states · STDP synapses · Sleep consolidation · Forensic audit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22960" y="3703320"/>
            <a:ext cx="2286000" cy="457200"/>
          </a:xfrm>
          <a:prstGeom prst="roundRect">
            <a:avLst>
              <a:gd name="adj" fmla="val 2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states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29000" y="3703320"/>
            <a:ext cx="2286000" cy="457200"/>
          </a:xfrm>
          <a:prstGeom prst="roundRect">
            <a:avLst>
              <a:gd name="adj" fmla="val 2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2900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STDP synapses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0" y="3703320"/>
            <a:ext cx="2286000" cy="457200"/>
          </a:xfrm>
          <a:prstGeom prst="roundRect">
            <a:avLst>
              <a:gd name="adj" fmla="val 2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consolidation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Cloud Hackathon · Track 1: MemoryAgent · Apache 2.0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stores don't remember. They store.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today, query tomorrow — identical results. Nothing changed.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977640" cy="2834640"/>
          </a:xfrm>
          <a:prstGeom prst="roundRect">
            <a:avLst>
              <a:gd name="adj" fmla="val 32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874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world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423160"/>
            <a:ext cx="3429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today = query tomorrow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results, forever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learns, nothing forgets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 never adapts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Contradictions left unresolved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versions returned — good luck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1600200"/>
            <a:ext cx="3977640" cy="2834640"/>
          </a:xfrm>
          <a:prstGeom prst="roundRect">
            <a:avLst>
              <a:gd name="adj" fmla="val 3226"/>
            </a:avLst>
          </a:prstGeom>
          <a:solidFill>
            <a:srgbClr val="1C232D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745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1874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field · raven-memory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029200" y="2423160"/>
            <a:ext cx="3429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recall leaves a scar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STDP synapses strengthen on use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Memories change state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Reinforced, neutral, forgotten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get resolved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boosted, falsehood suppressed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raven-memory  ·  The problem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states. One ternary logic.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Łukasiewicz three-valued logic, applied to memory recall.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9202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REINFORCED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2971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1.5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truth. Dominates recall.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3950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via /reinforce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37560" y="164592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9202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NEUTRAL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337560" y="2971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1.0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352044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Baseline. Competes on score.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520440" y="3950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on store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17920" y="164592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92024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FORGOTTEN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217920" y="2971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0.5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640080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Suppressed — yet reversible.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400800" y="3950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via /forget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cosine × state_boost × hop_decay + synapses + recency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5720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raven-memory  ·  Ternary states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conflict collapse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query, same field — a different answer, because the field learned.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200400" cy="1051560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1051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“VIGÍA is deterministic”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reinforce → boost ×1.5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3200400" cy="1051560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5875">
            <a:solidFill>
              <a:srgbClr val="F851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18211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“VIGÍA is hybrid ML”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forget → penalty ×0.5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49040" y="2212848"/>
            <a:ext cx="1051560" cy="59436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3749040" y="3566160"/>
            <a:ext cx="1051560" cy="-59436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4937760" y="1965960"/>
            <a:ext cx="3749040" cy="1920240"/>
          </a:xfrm>
          <a:prstGeom prst="roundRect">
            <a:avLst>
              <a:gd name="adj" fmla="val 4762"/>
            </a:avLst>
          </a:prstGeom>
          <a:solidFill>
            <a:srgbClr val="1C232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224028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806440" y="2240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reorganizes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212080" y="27889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false memory vanishes from recall.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dominates with a ×1.5 boost.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RAG does this — the field resolves the conflict.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raven-memory  ·  The collapse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Cells that fire together, wire together.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STDP — Spike-Timing-Dependent Plasticity, ported straight from neuroscience.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97280" y="2286000"/>
            <a:ext cx="1188720" cy="1188720"/>
          </a:xfrm>
          <a:prstGeom prst="ellipse">
            <a:avLst/>
          </a:prstGeom>
          <a:solidFill>
            <a:srgbClr val="1C232D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2860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 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2286000"/>
            <a:ext cx="1188720" cy="1188720"/>
          </a:xfrm>
          <a:prstGeom prst="ellipse">
            <a:avLst/>
          </a:prstGeom>
          <a:solidFill>
            <a:srgbClr val="1C232D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22860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 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2880360"/>
            <a:ext cx="1371600" cy="0"/>
          </a:xfrm>
          <a:prstGeom prst="line">
            <a:avLst/>
          </a:prstGeom>
          <a:noFill/>
          <a:ln w="63500">
            <a:solidFill>
              <a:srgbClr val="E3B3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synapse +Δw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co-activated in the same recall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94960" y="1691640"/>
            <a:ext cx="3291840" cy="2651760"/>
          </a:xfrm>
          <a:prstGeom prst="roundRect">
            <a:avLst>
              <a:gd name="adj" fmla="val 34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920240"/>
            <a:ext cx="411480" cy="4114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21792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mutates the field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669280" y="246888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co-recall strengthens the synapse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active memory drags its linked ones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specializes in what you use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is never free — it rewires the field.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raven-memory  ·  STDP plasticity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4114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night, the field dreams.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143000" y="10515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consolidation — run it like a 3 a.m. cron. One atomic transaction.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1792" y="1874520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REM·1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1792" y="2212848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21792" y="2651760"/>
            <a:ext cx="1636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redundant episodic memories (cosine θ≈0.83)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1792" y="347472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cosine clustering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41448" y="2834640"/>
            <a:ext cx="164592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arrow"/>
          </a:ln>
        </p:spPr>
      </p:sp>
      <p:sp>
        <p:nvSpPr>
          <p:cNvPr id="11" name="Shape 8"/>
          <p:cNvSpPr/>
          <p:nvPr/>
        </p:nvSpPr>
        <p:spPr>
          <a:xfrm>
            <a:off x="2624328" y="1691640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788920" y="1874520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REM·2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788920" y="2212848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788920" y="2651760"/>
            <a:ext cx="1636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Recall-frequency-weighted centroid embedding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788920" y="347472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memories weigh more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08576" y="2834640"/>
            <a:ext cx="164592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arrow"/>
          </a:ln>
        </p:spPr>
      </p:sp>
      <p:sp>
        <p:nvSpPr>
          <p:cNvPr id="17" name="Shape 14"/>
          <p:cNvSpPr/>
          <p:nvPr/>
        </p:nvSpPr>
        <p:spPr>
          <a:xfrm>
            <a:off x="4791456" y="1691640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956048" y="1874520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REM·3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56048" y="2212848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956048" y="2651760"/>
            <a:ext cx="1636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atomic transaction — the past never duplicates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956048" y="347472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IMMEDIATE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775704" y="2834640"/>
            <a:ext cx="164592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arrow"/>
          </a:ln>
        </p:spPr>
      </p:sp>
      <p:sp>
        <p:nvSpPr>
          <p:cNvPr id="23" name="Shape 20"/>
          <p:cNvSpPr/>
          <p:nvPr/>
        </p:nvSpPr>
        <p:spPr>
          <a:xfrm>
            <a:off x="6958584" y="1691640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1C232D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123176" y="1874520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WAKE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123176" y="2212848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Re-tune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123176" y="2651760"/>
            <a:ext cx="1636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spectral field rebuilt over the new space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123176" y="347472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Sharper eigen-modes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3B3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wakes up smarter — literally.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5720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raven-memory  ·  Sleep consolidation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4114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recall leaves a scar you can verify.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143000" y="10515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chain over every operation — tamper-evident by construction.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96596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#41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hash: 3fa9c1…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prev: b07de2…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880360" y="2446020"/>
            <a:ext cx="411480" cy="0"/>
          </a:xfrm>
          <a:prstGeom prst="line">
            <a:avLst/>
          </a:prstGeom>
          <a:noFill/>
          <a:ln w="31750">
            <a:solidFill>
              <a:srgbClr val="E3B341"/>
            </a:solidFill>
            <a:prstDash val="solid"/>
            <a:tailEnd type="arrow"/>
          </a:ln>
        </p:spPr>
      </p:sp>
      <p:sp>
        <p:nvSpPr>
          <p:cNvPr id="8" name="Shape 5"/>
          <p:cNvSpPr/>
          <p:nvPr/>
        </p:nvSpPr>
        <p:spPr>
          <a:xfrm>
            <a:off x="3337560" y="182880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20440" y="196596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#42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hash: 3fa9c1…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prev: b07de2…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0" y="2446020"/>
            <a:ext cx="411480" cy="0"/>
          </a:xfrm>
          <a:prstGeom prst="line">
            <a:avLst/>
          </a:prstGeom>
          <a:noFill/>
          <a:ln w="31750">
            <a:solidFill>
              <a:srgbClr val="E3B341"/>
            </a:solidFill>
            <a:prstDash val="solid"/>
            <a:tailEnd type="arrow"/>
          </a:ln>
        </p:spPr>
      </p:sp>
      <p:sp>
        <p:nvSpPr>
          <p:cNvPr id="11" name="Shape 8"/>
          <p:cNvSpPr/>
          <p:nvPr/>
        </p:nvSpPr>
        <p:spPr>
          <a:xfrm>
            <a:off x="6126480" y="182880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196596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#43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hash: 3fa9c1…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prev: b07de2…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3375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hash covers the full payload — including the content hash of every retrieved memory.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Hand-edit a memory and the chain breaks: a forensic alert fires.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stylometry — inserting memories under a fake authorship also gives you away.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raven-memory  ·  Forensic layer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RAG. Not a log. Not paging.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per rival — what raven-memory is not.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926080"/>
                <a:gridCol w="3383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raven-memory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RAG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top-k, stateless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wave over Voronoi cells, hop by hop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Pinecone / Weaviate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querying changes nothing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recall strengthens synapses + audits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memory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append-only log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stateful memories that evolve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MemGPT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 context ↔ storage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continuous field, geometric activation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raven-memory  ·  Differentiators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64008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is not a file.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2240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 process.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states · STDP · Sleep consolidation · Forensic audit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94360" y="3520440"/>
            <a:ext cx="2468880" cy="502920"/>
          </a:xfrm>
          <a:prstGeom prst="roundRect">
            <a:avLst>
              <a:gd name="adj" fmla="val 2181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3520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20/20 tests ✓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37560" y="3520440"/>
            <a:ext cx="2468880" cy="502920"/>
          </a:xfrm>
          <a:prstGeom prst="roundRect">
            <a:avLst>
              <a:gd name="adj" fmla="val 2181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37560" y="3520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 · Qwen Cloud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80760" y="3520440"/>
            <a:ext cx="2468880" cy="502920"/>
          </a:xfrm>
          <a:prstGeom prst="roundRect">
            <a:avLst>
              <a:gd name="adj" fmla="val 2181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80760" y="3520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 Tchijova · raven-memory v1.1 · 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raven-memory — demo interstitials</dc:title>
  <dc:subject>PptxGenJS Presentation</dc:subject>
  <dc:creator>Anna Tchijova</dc:creator>
  <cp:lastModifiedBy>Anna Tchijova</cp:lastModifiedBy>
  <cp:revision>1</cp:revision>
  <dcterms:created xsi:type="dcterms:W3CDTF">2026-07-03T16:29:30Z</dcterms:created>
  <dcterms:modified xsi:type="dcterms:W3CDTF">2026-07-03T16:29:30Z</dcterms:modified>
</cp:coreProperties>
</file>