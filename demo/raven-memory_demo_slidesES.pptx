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858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raven-memory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 no es un archivo. Es un proceso.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not a file. It's a process.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37033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ternarios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37033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Sinapsis STDP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37033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Sueño consolidador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Hackathon · Track 1: MemoryAgent · Apache 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vector stores no recuerdan. Almacenan.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 don't remember — they store.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stateless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hoy = buscar mañana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today = query tomorrow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aprende, nada olvida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learns, nothing forgets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Contradicciones sin resolver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left unresolved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60020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1C232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vivo · raven-memory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42316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recall deja una cicatriz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recall leaves a scar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memorias cambian de estado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change state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conflictos se resuelven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get resolved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El problema · The problem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estados. Una lógica ternaria.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memory states — Łukasiewicz ternary logic applied to recall.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validada. Domina el recall.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truth. Dominates recall.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3756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1.0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5204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base. Compite por score.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044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Competes on score.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6459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202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FORGOTTEN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1792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64008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Suprimida — pero reversible.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— yet reversible.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coseno × state_boost × hop_decay + sinapsis + recencia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Estados ternarios · Ternary states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colapso del conflicto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collapse: same query, same field — a different answer, because the field learned.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“VIGÍA es determinista”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 → boost ×1.5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82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“VIGÍA es ML híbrido”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 → castigo ×0.5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212848"/>
            <a:ext cx="1051560" cy="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749040" y="3566160"/>
            <a:ext cx="1051560" cy="-59436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937760" y="19659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C232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2402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se reorganiza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212080" y="2788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 falsa desaparece del recall.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domina con boost ×1.5.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 memory vanishes; truth dominates.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El colapso · The collapse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Cells that fire together, wire together.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STDP — Spike-Timing-Dependent Plasticity, ported from neuroscience to the memory field.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1188720" cy="1188720"/>
          </a:xfrm>
          <a:prstGeom prst="ellipse">
            <a:avLst/>
          </a:prstGeom>
          <a:solidFill>
            <a:srgbClr val="1C232D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1188720" cy="1188720"/>
          </a:xfrm>
          <a:prstGeom prst="ellipse">
            <a:avLst/>
          </a:prstGeom>
          <a:solidFill>
            <a:srgbClr val="1C232D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880360"/>
            <a:ext cx="1371600" cy="0"/>
          </a:xfrm>
          <a:prstGeom prst="line">
            <a:avLst/>
          </a:prstGeom>
          <a:noFill/>
          <a:ln w="6350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sinapsis +Δw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co-activadas en el mismo recall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691640"/>
            <a:ext cx="3291840" cy="26517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92024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7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modifica el campo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246888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co-recall fortalece la sinapsis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memoria activa arrastra a sus ligadas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se especializa en lo que usás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never free — it rewires the field.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Plasticidad STDP · STDP plasticity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noche, el campo sueña.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143000" y="1051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night, the field dreams — offline consolidation, one atomic transaction.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REM·1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episódicas redundantes (coseno θ≈0.83)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cosine clustering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41448" y="283464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2624328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REM·2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88920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88920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 ponderado por frecuencia de recall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788920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Recall-weighted centroid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08576" y="283464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4791456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56048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REM·3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6048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56048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 atómica — sin duplicar el pasado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56048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transaction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75704" y="2834640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6958584" y="169164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C232D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123176" y="18745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WAKE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23176" y="22128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123176" y="265176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espectral SVD reconstruido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123176" y="347472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spectral rebuild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 despierta más inteligente — literalmente.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Consolidación del sueño · Sleep consolidation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recall deja una cicatriz verificable.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43000" y="1051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recall leaves a scar you can verify — SHA-256 hash chain, tamper-evident by construction.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9659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#41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3fa9c1…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b07de2…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80360" y="2446020"/>
            <a:ext cx="411480" cy="0"/>
          </a:xfrm>
          <a:prstGeom prst="line">
            <a:avLst/>
          </a:prstGeom>
          <a:noFill/>
          <a:ln w="31750">
            <a:solidFill>
              <a:srgbClr val="E3B341"/>
            </a:solidFill>
            <a:prstDash val="solid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3337560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19659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#42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3fa9c1…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b07de2…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2446020"/>
            <a:ext cx="411480" cy="0"/>
          </a:xfrm>
          <a:prstGeom prst="line">
            <a:avLst/>
          </a:prstGeom>
          <a:noFill/>
          <a:ln w="31750">
            <a:solidFill>
              <a:srgbClr val="E3B341"/>
            </a:solidFill>
            <a:prstDash val="solid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6126480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96596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#43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3fa9c1…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b07de2…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hash cubre el payload completo — incluido el content-hash de cada memoria recuperada.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una memoria rompe la cadena y dispara una alerta forense.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estilometría — insertar memorias fingiendo otro autor también te delata.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Capa forense · Forensic layer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RAG. No es un log. No es paginación.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rival — what raven-memory is not.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 · 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raven-memory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clásico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global, stateless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local por hops en celdas Voronoi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/ Weaviate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no cambia nada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recall fortalece sinapsis y deja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append-only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memorias con estados que evolucionan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 contexto ↔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continuo, activación geométrica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raven-memory  ·  Diferenciadores · Differentiators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 no es un archivo.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proceso.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not a file. It's a process.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" y="352044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 tests 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352044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vivo · Qwen Cloud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3520440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Tchijova · raven-memory v1.1 · Gracias /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raven-memory — demo interstitials</dc:title>
  <dc:subject>PptxGenJS Presentation</dc:subject>
  <dc:creator>Anna Tchijova</dc:creator>
  <cp:lastModifiedBy>Anna Tchijova</cp:lastModifiedBy>
  <cp:revision>1</cp:revision>
  <dcterms:created xsi:type="dcterms:W3CDTF">2026-07-03T16:12:13Z</dcterms:created>
  <dcterms:modified xsi:type="dcterms:W3CDTF">2026-07-03T16:12:13Z</dcterms:modified>
</cp:coreProperties>
</file>